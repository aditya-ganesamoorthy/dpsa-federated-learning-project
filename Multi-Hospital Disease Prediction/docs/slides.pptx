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/>
            </a:pPr>
            <a:r>
              <a:t>Decentralized ML: Federated Learning for Privacy Preservation</a:t>
            </a:r>
          </a:p>
          <a:p>
            <a:pPr>
              <a:defRPr sz="2000">
                <a:solidFill>
                  <a:srgbClr val="52514E"/>
                </a:solidFill>
              </a:defRPr>
            </a:pPr>
            <a:r>
              <a:t>Lung-cancer prediction across three simulated hospitals</a:t>
            </a:r>
            <a:br/>
            <a:r>
              <a:t>Flower · Opacus (DP-SGD) · Secure aggregation · Membership inference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Centralizing patient records concentrates privacy risk (breach, misuse, regulation)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Federated learning: train together, keep rows local, share only model updates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Updates still leak, so we add DP and secure aggregation and measure the cost and the protection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Why federated?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Each hospital trains locally; the server averages weights: w = Σ (n_k / N) · w_k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Raw rows never leave a hospital; only HospitalClient code opens a hospital file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The server evaluates on a shared test file only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FedAvg verified against a 40-line reference (difference 6e-8)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Dataset and privacy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572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Kaggle lung cancer: 3,000 rows, 15 features, 2 duplicates removed</a:t>
            </a:r>
          </a:p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No identifiers; age → 10-year bands for the report, model uses age/100 (fixed constant)</a:t>
            </a:r>
          </a:p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k-anonymity: pooled 25; per hospital 1–8 (non-IID hospital 3 has k = 1)</a:t>
            </a:r>
          </a:p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Finding: label ≈ unlearnable (CV AUC 0.501 logistic, 0.523 forest): all models near chance</a:t>
            </a:r>
          </a:p>
        </p:txBody>
      </p:sp>
      <p:pic>
        <p:nvPicPr>
          <p:cNvPr id="4" name="Picture 3" descr="cl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675120" cy="25217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Architecture and hospitals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60 / 10 / 20 / 10 split: train / val / test / attack hold-out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Non-IID: 900 / 539 / 359 rows, prevalence 43% / 58% / 58%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MLP 15→32→16→1 (1,057 params); 20 rounds × 2 local epochs; centralized gets a matched 40 epochs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Flower FedAvg + NumPyClient, 5 seeds, one shared test file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DP-SGD: clip C = 1, noise σ·C, δ = 1e-5, persistent accountant across rounds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Secure aggregation: pairwise masks, integer arithmetic mod 2^32, exact cancellation (simulation)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Membership inference: loss threshold, balanced sets, positive and negative controls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Extras: FedProx, 8/4-bit update quantisation, label-flip poisoning with median defence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Live system: Hugging Face + Render + hospital clients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Primary global model v0 (FedAvg over 3 simulated hospitals) published on Hugging Face (Adhi-gg029/lung-cancer-federated-learning)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Render server = coordinator: login, download model, upload weights, FedAvg into v(k+1), publish; also serves the dashboard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Hospital client: downloads the model, trains on its own CSV (never uploaded), optional local DP, uploads weights + row count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Hospitals and sub-hospitals register themselves; hashed passwords, login throttle, stale-update 409, shape/NaN checks, update-size guard, optional median aggregation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Dashboard: security of every round, raw data never leaves, DP status, attacks and risk score, ordinary-vs-protected demo, EDA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Train &amp; Contribute: upload a CSV batch, train in the browser (optional DP), watch the round animate through to the Hugging Face update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Verified: 99 tests, a real-browser end-to-end round with two hospitals, and a black-box smoke test of the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Accuracy: no difference, because the data has no signal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572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Centralized MLP AUC 0.529</a:t>
            </a:r>
          </a:p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FedAvg IID 0.524 · non-IID 0.515</a:t>
            </a:r>
          </a:p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FedAvg + SecAgg 0.516</a:t>
            </a:r>
          </a:p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All inside the 95% chance band 0.5 ± 0.046</a:t>
            </a:r>
          </a:p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Planted-signal check: centralized 0.78, FedAvg 0.79–0.81, FedAvg + DP 0.80</a:t>
            </a:r>
          </a:p>
        </p:txBody>
      </p:sp>
      <p:pic>
        <p:nvPicPr>
          <p:cNvPr id="4" name="Picture 3" descr="comparison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583680" cy="5988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Privacy-utility curve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572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ε from 69.6 (σ = 0.5) down to 2.9 (σ = 3.0), δ = 1e-5, 20 rounds</a:t>
            </a:r>
          </a:p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No visible utility drop: there is no signal to lose</a:t>
            </a:r>
          </a:p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Smaller hospitals get a larger ε at the same σ</a:t>
            </a:r>
          </a:p>
        </p:txBody>
      </p:sp>
      <p:pic>
        <p:nvPicPr>
          <p:cNvPr id="4" name="Picture 3" descr="privacy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675120" cy="26700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Attack results: leakage 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572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Centralized 0.624 → FedAvg 0.558 → DP σ=3.0 0.510</a:t>
            </a:r>
          </a:p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Positive control 0.858 (attack works)</a:t>
            </a:r>
          </a:p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Untrained model 0.491 (chance)</a:t>
            </a:r>
          </a:p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One simple attack; low AUC is not proof of privacy</a:t>
            </a:r>
          </a:p>
        </p:txBody>
      </p:sp>
      <p:pic>
        <p:nvPicPr>
          <p:cNvPr id="4" name="Picture 3" descr="at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675120" cy="45057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Secure aggregation and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4572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Masked integer sum = plain sum (difference 0); a masked update is uncorrelated with the truth</a:t>
            </a:r>
          </a:p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Dropout: masks do not cancel (error ≈ 2,048) → round aborted; real protocols use secret sharing</a:t>
            </a:r>
          </a:p>
          <a:p>
            <a:pPr>
              <a:spcAft>
                <a:spcPts val="800"/>
              </a:spcAft>
              <a:defRPr sz="1800">
                <a:solidFill>
                  <a:srgbClr val="0B0B0B"/>
                </a:solidFill>
              </a:defRPr>
            </a:pPr>
            <a:r>
              <a:t>• FL: 8.5 KB / hospital / round, 0.51 MB total vs 0.084 MB to upload the raw data once (~6× more)</a:t>
            </a:r>
          </a:p>
        </p:txBody>
      </p:sp>
      <p:pic>
        <p:nvPicPr>
          <p:cNvPr id="4" name="Picture 3" descr="commun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4008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Extras: quantisation, FedProx, poisoning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8-bit updates: 26% of the upload bytes; planted-signal AUC 0.795 vs 0.794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FedProx: no measurable change on the real data (everything is at chance); see report 6.8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Label-flip hospital 1 (planted-signal data): FedAvg 0.598, median 0.799 (clean 0.794)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Poisoning on real labels is unmeasurable: there is no signal to corrupt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Near-random survey data; no clinical claim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Simulated (not cryptographic) secure aggregation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One simple attack; in-process Flower; 3 hospitals, ~1.8k rows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Next: real data, real key agreement, shadow-model attacks, robust aggregation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Conclusion and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Verified end-to-end FL pipeline: correct DP accounting, exact secure aggregation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Federating and adding DP progressively reduce membership-inference leakage (0.624 → 0.558 → ~0.51)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Accuracy cannot separate methods on this dataset</a:t>
            </a:r>
          </a:p>
          <a:p>
            <a:pPr>
              <a:spcAft>
                <a:spcPts val="800"/>
              </a:spcAft>
              <a:defRPr sz="2000">
                <a:solidFill>
                  <a:srgbClr val="0B0B0B"/>
                </a:solidFill>
              </a:defRPr>
            </a:pPr>
            <a:r>
              <a:t>• Demo: dashboard → hospitals → comparison → ε curve → secure-aggregation dropout → one prediction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